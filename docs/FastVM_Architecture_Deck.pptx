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94360"/>
            <a:ext cx="393192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⚡ HARDWARE-ISOLATED AI AGENT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rial"/>
              </a:defRPr>
            </a:pPr>
            <a:r>
              <a:t>FastVM (Airbox): How We Made Firecracker</a:t>
            </a:r>
            <a:br/>
            <a:r>
              <a:t>MicroVMs 77x Faster for Coding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Delivering AWS Firecracker KVM hardware isolation with 8.00 ms median execution latency, 788.98 req/s concurrent throughput, &lt;65 ms copy-on-write state branching, and &lt;1 ms async job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01568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SEQUENTIAL P50 RTT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3000" b="1">
                <a:solidFill>
                  <a:srgbClr val="10B981"/>
                </a:solidFill>
                <a:latin typeface="Arial"/>
              </a:defRPr>
            </a:pPr>
            <a:r>
              <a:t>8.00 ms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30.4x faster than Docker runc</a:t>
            </a:r>
            <a:br/>
            <a:r>
              <a:t>77.8x faster than Cold Firecracker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3246120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3401568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CONCURRENT P95 (10X)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3000" b="1">
                <a:solidFill>
                  <a:srgbClr val="06B6D4"/>
                </a:solidFill>
                <a:latin typeface="Arial"/>
              </a:defRPr>
            </a:pPr>
            <a:r>
              <a:t>18.50 ms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4.3x under the &lt;80ms target SLA</a:t>
            </a:r>
            <a:br/>
            <a:r>
              <a:t>11.91 ms concurrent median (P50)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246120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3401568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PEAK THROUGHPUT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3000" b="1">
                <a:solidFill>
                  <a:srgbClr val="F59E0B"/>
                </a:solidFill>
                <a:latin typeface="Arial"/>
              </a:defRPr>
            </a:pPr>
            <a:r>
              <a:t>789 req/s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100% success across 100 requests</a:t>
            </a:r>
            <a:br/>
            <a:r>
              <a:t>on a single 2-vCPU GCP KVM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3246120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0576" y="3401568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ASYNC JOB DISPATCH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3000" b="1">
                <a:solidFill>
                  <a:srgbClr val="8B5CF6"/>
                </a:solidFill>
                <a:latin typeface="Arial"/>
              </a:defRPr>
            </a:pPr>
            <a:r>
              <a:t>0.17 ms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HTTP 202 Accepted + live polling</a:t>
            </a:r>
            <a:br/>
            <a:r>
              <a:t>and speculative VM state branching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509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Core Engineering Thesis: Autonomous AI agents (Claude Code, Codex, OpenHands) shouldn't have to choose between container speed (shared host kernel risk) and microVM security (620ms cold-boot latency).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1. BOTTLENECK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02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Standard Unpooled Firecracker MicroVMs Take ~622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Profiling a naive cold-boot Firecracker lifecycle shows that &gt;99.8% of wall time is spent before user code even starts.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Arial"/>
              </a:defRPr>
            </a:pPr>
            <a:r>
              <a:t>1. Disk Rootfs Image Copy (300 MB ext4 on disk)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Copying or mounting a 300 MB ext4 root filesystem on standard SSD/PD storage incurs heavy block I/O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347472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296741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0" y="1783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Arial"/>
              </a:defRPr>
            </a:pPr>
            <a:r>
              <a:t>190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41448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Arial"/>
              </a:defRPr>
            </a:pPr>
            <a:r>
              <a:t>2. Guest Linux 5.10 Kernel Boot + OS Init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Probing virtual PCI/serial UART buses, mounting filesystems, and starting a standard init system inside the guest.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670048"/>
            <a:ext cx="347472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670048"/>
            <a:ext cx="2733909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262432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59E0B"/>
                </a:solidFill>
                <a:latin typeface="Arial"/>
              </a:defRPr>
            </a:pPr>
            <a:r>
              <a:t>175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82696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Arial"/>
              </a:defRPr>
            </a:pPr>
            <a:r>
              <a:t>3. Cold Python 3 Interpreter Startup + Imports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Spawning a fresh /usr/bin/python3 process inside the guest VM and loading site-packages from block storage.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511296"/>
            <a:ext cx="347472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3511296"/>
            <a:ext cx="2218261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3465576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Arial"/>
              </a:defRPr>
            </a:pPr>
            <a:r>
              <a:t>142 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23944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97096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Arial"/>
              </a:defRPr>
            </a:pPr>
            <a:r>
              <a:t>4. Host CLI Networking (ip tuntap + iptables + SSH/TCP)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Forking host shell commands (ip link, ip addr, iptables) and waiting for guest TCP/SSH readiness.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352544"/>
            <a:ext cx="347472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4352544"/>
            <a:ext cx="1780446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43068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8B5CF6"/>
                </a:solidFill>
                <a:latin typeface="Arial"/>
              </a:defRPr>
            </a:pPr>
            <a:r>
              <a:t>114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65192"/>
            <a:ext cx="11091672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Arial"/>
              </a:defRPr>
            </a:pPr>
            <a:r>
              <a:t>5. Actual Agent Payload Execution: print(2 + 2)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The actual computation requested by the AI coding agent takes less than 1 millisecond.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93792"/>
            <a:ext cx="347472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0" y="5193792"/>
            <a:ext cx="145938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514807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Arial"/>
              </a:defRPr>
            </a:pPr>
            <a:r>
              <a:t>~1 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0448"/>
            <a:ext cx="11091672" cy="475488"/>
          </a:xfrm>
          <a:prstGeom prst="roundRect">
            <a:avLst>
              <a:gd name="adj" fmla="val 4000"/>
            </a:avLst>
          </a:prstGeom>
          <a:solidFill>
            <a:srgbClr val="1721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618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Arial"/>
              </a:defRPr>
            </a:pPr>
            <a:r>
              <a:t>Goal: Eliminate all 4 setup phases from the critical path so the client only pays for IPC + code execution (~8 ms).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2.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03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5 Engineering Pillars That Cut Latency from 622 ms to 8.0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How FastVM moves every heavy OS, storage, network, and interpreter initialization step off the request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2130552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755648"/>
            <a:ext cx="183794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Pillar 1  •  -175 ms</a:t>
            </a:r>
          </a:p>
          <a:p>
            <a:pPr>
              <a:spcBef>
                <a:spcPts val="800"/>
              </a:spcBef>
              <a:defRPr sz="1450" b="1">
                <a:solidFill>
                  <a:srgbClr val="F8FAFC"/>
                </a:solidFill>
                <a:latin typeface="Arial"/>
              </a:defRPr>
            </a:pPr>
            <a:r>
              <a:t>Pre-Warmed Firecracker Pool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06B6D4"/>
                </a:solidFill>
                <a:latin typeface="Courier New"/>
              </a:defRPr>
            </a:pPr>
            <a:r>
              <a:t>pkg/sandbox/firecracker_linux.go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Pre-boots 10 Firecracker microVMs at daemon startup. Requests pop a live, booted VM from a Go channel in &lt;0.1ms while background workers replenish consumed slots.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27632"/>
            <a:ext cx="2130552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1755648"/>
            <a:ext cx="183794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  <a:latin typeface="Arial"/>
              </a:defRPr>
            </a:pPr>
            <a:r>
              <a:t>Pillar 2  •  -45 ms</a:t>
            </a:r>
          </a:p>
          <a:p>
            <a:pPr>
              <a:spcBef>
                <a:spcPts val="800"/>
              </a:spcBef>
              <a:defRPr sz="1450" b="1">
                <a:solidFill>
                  <a:srgbClr val="F8FAFC"/>
                </a:solidFill>
                <a:latin typeface="Arial"/>
              </a:defRPr>
            </a:pPr>
            <a:r>
              <a:t>Zero-CLI Netlink TAP Pool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06B6D4"/>
                </a:solidFill>
                <a:latin typeface="Courier New"/>
              </a:defRPr>
            </a:pPr>
            <a:r>
              <a:t>pkg/network/netlink_linux.go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Pre-allocates 100 point-to-point /30 TAP interfaces (tap0..tap99) via direct Linux Netlink sockets—zero shelling out to ip tuntap or ip addr during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27632"/>
            <a:ext cx="2130552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755648"/>
            <a:ext cx="183794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8B5CF6"/>
                </a:solidFill>
                <a:latin typeface="Arial"/>
              </a:defRPr>
            </a:pPr>
            <a:r>
              <a:t>Pillar 3  •  -190 ms</a:t>
            </a:r>
          </a:p>
          <a:p>
            <a:pPr>
              <a:spcBef>
                <a:spcPts val="800"/>
              </a:spcBef>
              <a:defRPr sz="1450" b="1">
                <a:solidFill>
                  <a:srgbClr val="F8FAFC"/>
                </a:solidFill>
                <a:latin typeface="Arial"/>
              </a:defRPr>
            </a:pPr>
            <a:r>
              <a:t>RAM-Backed /dev/shm Overlays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06B6D4"/>
                </a:solidFill>
                <a:latin typeface="Courier New"/>
              </a:defRPr>
            </a:pPr>
            <a:r>
              <a:t>pkg/storage/overlay.go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Stages ephemeral copy-on-write rootfs overlays in Linux tmpfs (/dev/shm/airbox-overlays) so guest block reads/writes hit RAM instead of persistent disk.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627632"/>
            <a:ext cx="2130552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3" y="1755648"/>
            <a:ext cx="183794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Arial"/>
              </a:defRPr>
            </a:pPr>
            <a:r>
              <a:t>Pillar 4  •  -70 ms</a:t>
            </a:r>
          </a:p>
          <a:p>
            <a:pPr>
              <a:spcBef>
                <a:spcPts val="800"/>
              </a:spcBef>
              <a:defRPr sz="1450" b="1">
                <a:solidFill>
                  <a:srgbClr val="F8FAFC"/>
                </a:solidFill>
                <a:latin typeface="Arial"/>
              </a:defRPr>
            </a:pPr>
            <a:r>
              <a:t>Custom PID 1 &amp; AF_VSOCK IPC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06B6D4"/>
                </a:solidFill>
                <a:latin typeface="Courier New"/>
              </a:defRPr>
            </a:pPr>
            <a:r>
              <a:t>cmd/agent-init/vsock_linux.go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Replaces systemd and SSHD with a static Go binary (init=/sbin/agent-init) communicating with the host over virtio-vsock (CID 3, Port 5000) with zero TCP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27632"/>
            <a:ext cx="2130552" cy="4526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6064" y="1755648"/>
            <a:ext cx="183794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Arial"/>
              </a:defRPr>
            </a:pPr>
            <a:r>
              <a:t>Pillar 5  •  -134 ms</a:t>
            </a:r>
          </a:p>
          <a:p>
            <a:pPr>
              <a:spcBef>
                <a:spcPts val="800"/>
              </a:spcBef>
              <a:defRPr sz="1450" b="1">
                <a:solidFill>
                  <a:srgbClr val="F8FAFC"/>
                </a:solidFill>
                <a:latin typeface="Arial"/>
              </a:defRPr>
            </a:pPr>
            <a:r>
              <a:t>Pre-Forked Warm Python Worker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>
                <a:solidFill>
                  <a:srgbClr val="06B6D4"/>
                </a:solidFill>
                <a:latin typeface="Courier New"/>
              </a:defRPr>
            </a:pPr>
            <a:r>
              <a:t>cmd/agent-init/main.go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Guest PID 1 boots a persistent Python 3 worker loop at VM startup that executes incoming code via compile() + exec() in 1–3ms without cold interpreter startup.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3. HOST CONTROL PLANE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04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Zero-CLI Netlink Networking &amp; /dev/shm RAM Rootfs Overlays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Eliminating host OS process-spawning and disk I/O bottlenecks in airboxd.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Zero-CLI Netlink TAP Pool (pkg/network/)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Why CLI Fails SLA: Spawning `ip tuntap add`, `ip addr add`, and `ip link set up` forks 3+ processes per VM (~35-50ms overhead under load).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Direct Netlink Sockets: Uses `vishvananda/netlink` to talk directly to the Linux kernel `AF_NETLINK` socket in pure Go.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100 Pre-Allocated /30 Subnets: Creates `tap0`..`tap99` at daemon boot, assigning each microVM an isolated `/30` point-to-point subnet (`172.16.x.1/30` ↔ `172.16.x.2/30`).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O(1) Channel Lease: Acquiring or releasing a configured TAP interface during `/v1/execute` is a single Go channel read (`&lt; 0.05 ms`).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10512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RAM-Backed /dev/shm Overlays &amp; Warm Pool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In-Memory Rootfs Staging: Ephemeral per-VM ext4 images are materialized in `/dev/shm/airbox-overlays` (Linux shared memory `tmpfs`), completely avoiding disk I/O.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Async Drive Engine: Firecracker attaches the overlay with `IoEngine: Async` and `IsReadOnly: false` so guest writes never touch the base image.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Pre-Warmed Firecracker Pool (`warmPool` chan): `Prewarm()` boots 10 microVMs in parallel at daemon startup and verifies their VSOCK handshake.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Non-Blocking Replenishment: When a request finishes on an ephemeral VM, `Stop()` tears it down and spawns a replacement warm VM in a background goroutine.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4. IN-GUEST KERNEL &amp; RUNTIME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05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Bypassing systemd, SSH, and TCP with PID 1 agent-init &amp; AF_VSOCK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How the guest microVM boots straight into our custom Go daemon and executes Python in 1–3 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566160" cy="3154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Step 1: Stripped Kernel Boot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Kernel boot args disable PCI, UART serial ports, and legacy keyboard controllers:</a:t>
            </a:r>
            <a:br/>
            <a:br/>
            <a:r>
              <a:t>quiet loglevel=0 8250.nr_uarts=0 noapic reboot=k panic=1 pci=off i8042.noaux random.trust_cpu=on init=/sbin/agent-init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66160" cy="3154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Step 2: Custom Go PID 1 (agent-init)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Instead of slow systemd service graphs, the kernel executes /sbin/agent-init directly as PID 1:</a:t>
            </a:r>
            <a:br/>
            <a:br/>
            <a:r>
              <a:t>• Mounts /proc, /sys, /dev, /tmp</a:t>
            </a:r>
            <a:br/>
            <a:r>
              <a:t>• Sets /proc/1/oom_score_adj = -1000</a:t>
            </a:r>
            <a:br/>
            <a:r>
              <a:t>• Caps kernel.threads-max = 128</a:t>
            </a:r>
            <a:br/>
            <a:r>
              <a:t>• Configures eth0 IP &amp; route via 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27632"/>
            <a:ext cx="3566160" cy="3154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830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Step 3: AF_VSOCK + Warm Python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Binds native Linux AF_VSOCK (Address Family 40, CID 3, Port 5000) and starts a persistent Python 3 worker:</a:t>
            </a:r>
            <a:br/>
            <a:br/>
            <a:r>
              <a:t>• Host sends CONNECT 5000\n over Unix socket</a:t>
            </a:r>
            <a:br/>
            <a:r>
              <a:t>• Streams JSON payload directly via DMA</a:t>
            </a:r>
            <a:br/>
            <a:r>
              <a:t>• Persistent Python loop runs compile() + exec() in ~1-3ms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4000"/>
            </a:avLst>
          </a:prstGeom>
          <a:solidFill>
            <a:srgbClr val="1721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Arial"/>
              </a:defRPr>
            </a:pPr>
            <a:r>
              <a:t>Why Persistent Warm Python Inside the MicroVM Matters: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Spawning `/usr/bin/python3 -c ...` on every request costs ~45–140ms just to initialize the Python interpreter. By pre-forking a persistent Python worker inside `agent-init` that maintains a warm global namespace (`_G`), FastVM executes Python snippets in ~1–3ms AND preserves in-memory variables across multi-turn agent steps and VM branches.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5. HEAD-TO-HEAD RUNTIME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06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FastVM vs. Docker (runc), gVisor (runsc), and Cold-Boot Firecracker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Measured on the same GCP n2-standard-2 Linux KVM host executing python3 -c 'print(2 + 2)' across 25 sequential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1097280"/>
                <a:gridCol w="1280160"/>
                <a:gridCol w="1097280"/>
                <a:gridCol w="1097280"/>
                <a:gridCol w="1673352"/>
              </a:tblGrid>
              <a:tr h="53035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Runtime / Architecture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Isolation Boundary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Min (ms)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P50 (Median)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P95 (ms)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P99 (ms)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Relative Speed</a:t>
                      </a:r>
                    </a:p>
                  </a:txBody>
                  <a:tcPr anchor="ctr">
                    <a:solidFill>
                      <a:srgbClr val="1721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⚡ FastVM (Airbox Warm Pool)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Hardware KVM (Firecracker)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7.45 ms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8.00 ms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8.44 ms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8.54 ms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1.0x (Baseline)</a:t>
                      </a:r>
                    </a:p>
                  </a:txBody>
                  <a:tcPr anchor="ctr">
                    <a:solidFill>
                      <a:srgbClr val="1030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Docker (runc container)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Shared Host Kernel (cgroups/ns)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235.55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243.51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248.50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262.71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30.4x slower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gVisor (runsc sandbox)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User-Space Kernel (Sentry)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289.65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299.98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311.25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313.48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37.5x slower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Standard Firecracker (Cold)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Hardware KVM (Firecracker)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609.61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622.17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637.04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646.53 ms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77.8x slower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572000"/>
            <a:ext cx="11091672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Why FastVM Beats Even Docker (runc) by 30.4x While Providing Full KVM Isolation: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1. `docker run --rm` must create overlayfs mounts, allocate cgroups/namespaces, invoke containerd-shim + runc, and cold-start Python (~243ms).</a:t>
            </a:r>
            <a:br/>
            <a:r>
              <a:t>2. FastVM already has the KVM microVM booted, TAP interface bound, and Python interpreter warmed—executing over AF_VSOCK in 8.00ms.</a:t>
            </a:r>
            <a:br/>
            <a:r>
              <a:t>3. Reproduce anytime with `./scripts/compare-runtimes.sh --runs 25` (or `--provision-gcp` using your own gcloud account).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6. CONCURRENT LOAD &amp; SLA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07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100 Requests Across 10 Concurrent Agent Workers (&lt;80ms Target SLA)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Verified on GCP n2-standard-2 with Firecracker v1.7.0 and Linux 5.10.209 guest kernel.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84048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SLA Telemetry Breakdown</a:t>
            </a:r>
          </a:p>
          <a:p>
            <a:pPr>
              <a:spcBef>
                <a:spcPts val="900"/>
              </a:spcBef>
              <a:defRPr sz="1100" b="0">
                <a:solidFill>
                  <a:srgbClr val="F8FAFC"/>
                </a:solidFill>
                <a:latin typeface="Arial"/>
              </a:defRPr>
            </a:pPr>
            <a:r>
              <a:t>• Min Latency:  3.94 ms client  |  3.00 ms server</a:t>
            </a:r>
          </a:p>
          <a:p>
            <a:pPr>
              <a:spcBef>
                <a:spcPts val="9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P50 (Median):  11.91 ms client |  8.00 ms server</a:t>
            </a:r>
          </a:p>
          <a:p>
            <a:pPr>
              <a:spcBef>
                <a:spcPts val="900"/>
              </a:spcBef>
              <a:defRPr sz="1100" b="0">
                <a:solidFill>
                  <a:srgbClr val="F8FAFC"/>
                </a:solidFill>
                <a:latin typeface="Arial"/>
              </a:defRPr>
            </a:pPr>
            <a:r>
              <a:t>• P90 Latency:  17.23 ms client | 12.00 ms server</a:t>
            </a:r>
          </a:p>
          <a:p>
            <a:pPr>
              <a:spcBef>
                <a:spcPts val="9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P95 SLA Target:  18.50 ms (4.3x under 80ms SLA)</a:t>
            </a:r>
          </a:p>
          <a:p>
            <a:pPr>
              <a:spcBef>
                <a:spcPts val="900"/>
              </a:spcBef>
              <a:defRPr sz="1100" b="0">
                <a:solidFill>
                  <a:srgbClr val="F8FAFC"/>
                </a:solidFill>
                <a:latin typeface="Arial"/>
              </a:defRPr>
            </a:pPr>
            <a:r>
              <a:t>• P99 Latency:  23.40 ms client | 17.00 ms server</a:t>
            </a:r>
          </a:p>
          <a:p>
            <a:pPr>
              <a:spcBef>
                <a:spcPts val="900"/>
              </a:spcBef>
              <a:defRPr sz="1100" b="0">
                <a:solidFill>
                  <a:srgbClr val="F8FAFC"/>
                </a:solidFill>
                <a:latin typeface="Arial"/>
              </a:defRPr>
            </a:pPr>
            <a:r>
              <a:t>• Max Latency:  23.85 ms client | 19.00 ms server</a:t>
            </a:r>
          </a:p>
          <a:p>
            <a:pPr>
              <a:spcBef>
                <a:spcPts val="9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Throughput:  788.98 req/sec (100/100 Pass)</a:t>
            </a:r>
          </a:p>
          <a:p>
            <a:pPr>
              <a:spcBef>
                <a:spcPts val="900"/>
              </a:spcBef>
              <a:defRPr sz="1100" b="0">
                <a:solidFill>
                  <a:srgbClr val="F8FAFC"/>
                </a:solidFill>
                <a:latin typeface="Arial"/>
              </a:defRPr>
            </a:pPr>
            <a:r>
              <a:t>• Total Wall Time:  126.75 ms for 100 executions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27632"/>
            <a:ext cx="7068312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nchmark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737360"/>
            <a:ext cx="6848856" cy="5469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7. BUILT FOR AUTONOMOUS CODING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08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Speculative MicroVM State Branching &amp; &lt;1ms Async Background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Enabling tree-of-thought code exploration and non-blocking background execution for Claude Code, Codex, and OpenHands.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🌿 Speculative Sandbox Branching (~62 ms)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Endpoint: `POST /v1/sandboxes/{id}/branch`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Firecracker Snapshot Lifecycle: Calls `PauseVM()` → `CreateSnapshot(mem, vmstate)` → `ResumeVM()` on the live parent microVM.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Copy-on-Write State Cloning: Clones both the `/dev/shm` rootfs overlay and live Python interpreter memory state (`_G`) into a new isolated sandbox ID.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Zero Parent Mutation: Coding agents can fork a sandbox before a risky refactor or dependency install, test hypotheses in parallel, and keep the winning branch.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10512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⚙️ Async Background Jobs (0.17 ms Dispatch)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Non-Blocking Dispatch: Pass `"async": true` to `POST /v1/execute` or call `POST /v1/jobs` to receive `202 Accepted` + `job_id` in 0.17 ms.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Background Execution: Long-running builds, test suites, or scrapers run asynchronously inside their dedicated microVM without blocking the LLM agent loop.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Live Status &amp; Output Polling: Query `GET /v1/jobs/{id}` to inspect `status` (`running`, `completed`, `failed`, `timeout`, `cancelled`), `stdout`, `stderr`, and `duration_ms`.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 Instant Cancellation: `DELETE /v1/jobs/{id}` cancels the execution context and kills the runaway task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8. ZERO-TRUST SECURITY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09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Adversarial Hardening: SSRF, OOM, Fork Bombs &amp; Timeouts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Every security boundary was verified against hostile payloads on live Firecracker KVM microVMs.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73936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Arial"/>
              </a:defRPr>
            </a:pPr>
            <a:r>
              <a:t>🛡️ Cloud Metadata &amp; RFC1918 SSRF Drop</a:t>
            </a:r>
          </a:p>
          <a:p>
            <a:pPr>
              <a:spcBef>
                <a:spcPts val="300"/>
              </a:spcBef>
              <a:defRPr sz="950">
                <a:solidFill>
                  <a:srgbClr val="06B6D4"/>
                </a:solidFill>
                <a:latin typeface="Courier New"/>
              </a:defRPr>
            </a:pPr>
            <a:r>
              <a:t>pkg/network/iptables_linux.go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Automated iptables FORWARD rules drop packets to 169.254.169.254/32 (AWS/GCP IMDS) and RFC1918 private subnets (10/8, 172.16/12, 192.168/16).</a:t>
            </a:r>
            <a:br/>
            <a:r>
              <a:t>• Verified: curl http://169.254.169.254/computeMetadata/v1/ times out immediately with exit_code=28.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27632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73936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Arial"/>
              </a:defRPr>
            </a:pPr>
            <a:r>
              <a:t>🧠 In-Guest OOM Killer Containment</a:t>
            </a:r>
          </a:p>
          <a:p>
            <a:pPr>
              <a:spcBef>
                <a:spcPts val="300"/>
              </a:spcBef>
              <a:defRPr sz="950">
                <a:solidFill>
                  <a:srgbClr val="06B6D4"/>
                </a:solidFill>
                <a:latin typeface="Courier New"/>
              </a:defRPr>
            </a:pPr>
            <a:r>
              <a:t>cmd/agent-init/main.go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Guest PID 1 protects itself with /proc/1/oom_score_adj = -1000.</a:t>
            </a:r>
            <a:br/>
            <a:r>
              <a:t>• Verified: Allocating 512 MiB inside a 128 MiB microVM raises MemoryError (exit_code=1) in 56ms while PID 1 and sibling VMs remain healthy.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59352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05656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💣 Fork-Bomb Containment</a:t>
            </a:r>
          </a:p>
          <a:p>
            <a:pPr>
              <a:spcBef>
                <a:spcPts val="300"/>
              </a:spcBef>
              <a:defRPr sz="950">
                <a:solidFill>
                  <a:srgbClr val="06B6D4"/>
                </a:solidFill>
                <a:latin typeface="Courier New"/>
              </a:defRPr>
            </a:pPr>
            <a:r>
              <a:t>cmd/agent-init/main.go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Caps guest kernel /proc/sys/kernel/threads-max = 128 and wraps payloads in ulimit -u 32.</a:t>
            </a:r>
            <a:br/>
            <a:r>
              <a:t>• Verified: `while True: os.fork()` is contained in 53ms with BlockingIOError: [Errno 11] Resource temporarily unavailable.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959352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05656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⏱️ Hard Execution Timeouts &amp; Auto-Recycle</a:t>
            </a:r>
          </a:p>
          <a:p>
            <a:pPr>
              <a:spcBef>
                <a:spcPts val="300"/>
              </a:spcBef>
              <a:defRPr sz="950">
                <a:solidFill>
                  <a:srgbClr val="06B6D4"/>
                </a:solidFill>
                <a:latin typeface="Courier New"/>
              </a:defRPr>
            </a:pPr>
            <a:r>
              <a:t>pkg/sandbox/firecracker_linux.go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• Per-request context.WithTimeout enforces strict millisecond deadlines.</a:t>
            </a:r>
            <a:br/>
            <a:r>
              <a:t>• If a guest process hangs or corrupts its VM, the instance is marked broken, terminated, and replaced asynchronously in the warm pool.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FastVM (Airbox) — Sub-100ms Hardware-Isolated Firecracker MicroVM Sandbox  |  github.com/shantanu-labs/FastVM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